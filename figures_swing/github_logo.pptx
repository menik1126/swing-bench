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883CD-8068-9305-ACB2-7921E9097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D6AFFA-7E82-D3BB-A60F-033FA3CFB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1FADD5-748C-A07E-C552-51AE30A2C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FE5B-92E3-F848-9CDE-E314E49F7B05}" type="datetimeFigureOut">
              <a:rPr kumimoji="1" lang="zh-CN" altLang="en-US" smtClean="0"/>
              <a:t>2025/6/5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05E654-E221-54A7-E7E4-6EE8273B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D25EF5-BF65-9E18-7FB2-EAE06AD3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3C561-DC38-0446-A066-85FE278815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2879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F9D39-0B42-7CCD-F186-11FC35C3B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CB976C-7C28-D7D6-FB4D-E791F6B1F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2BAFD1-358F-E976-02F9-A86C88977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FE5B-92E3-F848-9CDE-E314E49F7B05}" type="datetimeFigureOut">
              <a:rPr kumimoji="1" lang="zh-CN" altLang="en-US" smtClean="0"/>
              <a:t>2025/6/5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1D8B0D-BCDB-73B1-1A9F-9CB47AA67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C94EB2-A54E-CBC7-D39F-CE330BC24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3C561-DC38-0446-A066-85FE278815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3947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80AE5-6279-90AC-3B34-DB9DCF7F7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3563E5-3AF0-C31B-87A9-EAEBC9EAE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E8DE19-EA59-C5E6-8E5B-D3BF7E529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FE5B-92E3-F848-9CDE-E314E49F7B05}" type="datetimeFigureOut">
              <a:rPr kumimoji="1" lang="zh-CN" altLang="en-US" smtClean="0"/>
              <a:t>2025/6/5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33B0B0-42D3-3246-D129-F622EF13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1F414E-F2D9-D052-DDB2-14C0500A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3C561-DC38-0446-A066-85FE278815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439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5552D-B88D-56C7-9599-4CC6D288E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428828-5AD7-EF72-4A8B-3D83E849E7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77C437-9FFF-9CD4-1175-B413AFE29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DE93AC-C27D-0DC6-9B57-535613F8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FE5B-92E3-F848-9CDE-E314E49F7B05}" type="datetimeFigureOut">
              <a:rPr kumimoji="1" lang="zh-CN" altLang="en-US" smtClean="0"/>
              <a:t>2025/6/5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24CBE5-9AD8-3F7D-FB4A-87768C23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3B33C9-60D8-D4D5-F39C-C2C49290D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3C561-DC38-0446-A066-85FE278815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057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FDF1F-9700-7754-F59A-529C06382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18D0E0-99E5-F80E-8D97-849C30384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BA7B02-C97B-EDB3-7F20-3911349C8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81CEBF-B24F-2A8D-3990-8649DFA8D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1B0DFF7-07B3-65F9-FB0B-08A36A8B72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DDA9DD9-6357-2FB6-DC45-966FFACA4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FE5B-92E3-F848-9CDE-E314E49F7B05}" type="datetimeFigureOut">
              <a:rPr kumimoji="1" lang="zh-CN" altLang="en-US" smtClean="0"/>
              <a:t>2025/6/5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4B7A01-0E7E-E633-B5ED-4588CB5A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EDE9DD-B023-939F-2663-E83837A7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3C561-DC38-0446-A066-85FE278815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2206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E6A91-20FC-DB16-99AB-BA041515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5BE1D1-2B67-C8D1-4BA9-194676CA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FE5B-92E3-F848-9CDE-E314E49F7B05}" type="datetimeFigureOut">
              <a:rPr kumimoji="1" lang="zh-CN" altLang="en-US" smtClean="0"/>
              <a:t>2025/6/5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2AC21F-9E21-2DB7-3A02-5309DE604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EDEE67-74E0-2436-0AD8-E8F0537ED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3C561-DC38-0446-A066-85FE278815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9615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90325-92AD-9B29-47C1-4262BBE1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FE5B-92E3-F848-9CDE-E314E49F7B05}" type="datetimeFigureOut">
              <a:rPr kumimoji="1" lang="zh-CN" altLang="en-US" smtClean="0"/>
              <a:t>2025/6/5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EAB420-48C2-38E1-4504-8C0349999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896197-BC78-09BC-1CCD-2477EFB9A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3C561-DC38-0446-A066-85FE278815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666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CD5020-C8AF-4AAA-0C11-7C0091AFF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39B726-1735-B4E4-1313-6399914CD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8570CC-1DE6-BD6C-DB63-375DED7C4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401F37-5913-91D9-64CF-16A75E0DE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FE5B-92E3-F848-9CDE-E314E49F7B05}" type="datetimeFigureOut">
              <a:rPr kumimoji="1" lang="zh-CN" altLang="en-US" smtClean="0"/>
              <a:t>2025/6/5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ABD3CA-DC8A-17C7-1313-E462E9A5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FBBA54-33D4-D834-C660-E2A7E2A5F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3C561-DC38-0446-A066-85FE278815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4770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A13BA-C093-0AFD-2C50-F77B6CCA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D9EF5F-BE88-CC92-BA39-B62CCA4DE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BFDA0E-E49D-CFC2-0209-867047ED5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E9FC21-4706-15AB-D6C0-230F8BEC9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FE5B-92E3-F848-9CDE-E314E49F7B05}" type="datetimeFigureOut">
              <a:rPr kumimoji="1" lang="zh-CN" altLang="en-US" smtClean="0"/>
              <a:t>2025/6/5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DC0D94-3BB3-90F3-C0B6-94492CD1B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3FE434-DF31-E311-F785-9209EF978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3C561-DC38-0446-A066-85FE278815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2050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AA0B05-0F30-8EA5-DF72-0C3C25AB6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D6E3AD-D5A8-80ED-D02A-2888F9145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907DFF-3EC2-2B3B-049D-2166F7F1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FE5B-92E3-F848-9CDE-E314E49F7B05}" type="datetimeFigureOut">
              <a:rPr kumimoji="1" lang="zh-CN" altLang="en-US" smtClean="0"/>
              <a:t>2025/6/5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46E240-0FF3-4411-EFA2-FA3E70C0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5E2701-2A66-2224-31D7-9366FBD5F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3C561-DC38-0446-A066-85FE278815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6500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B47E04-8E18-F561-8361-29D164C1D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0C04B8-F005-5432-6DDE-8631BA4D6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2B6237-9977-73CC-8D70-8B3FF06C1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FE5B-92E3-F848-9CDE-E314E49F7B05}" type="datetimeFigureOut">
              <a:rPr kumimoji="1" lang="zh-CN" altLang="en-US" smtClean="0"/>
              <a:t>2025/6/5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28CFA7-4352-DE87-D1D0-E0E01CBBF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502860-90A2-AAFE-F72D-DF40E1F1F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3C561-DC38-0446-A066-85FE278815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6437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009AED-638F-7946-99A8-2C5C17EB0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3662C9-08C3-9674-789B-4FA203477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D35F9B-11A3-969D-CA8B-2B6EDBBBA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9FE5B-92E3-F848-9CDE-E314E49F7B05}" type="datetimeFigureOut">
              <a:rPr kumimoji="1" lang="zh-CN" altLang="en-US" smtClean="0"/>
              <a:t>2025/6/5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3BF07A-6B81-5529-7450-B281078A9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6F7D1C-88AA-1A28-B73A-0C07EED17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3C561-DC38-0446-A066-85FE278815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1795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BB7C4-7622-BB52-DE24-EC16B4029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7415" y="1916861"/>
            <a:ext cx="9144000" cy="2387600"/>
          </a:xfrm>
        </p:spPr>
        <p:txBody>
          <a:bodyPr>
            <a:normAutofit/>
          </a:bodyPr>
          <a:lstStyle/>
          <a:p>
            <a:r>
              <a:rPr kumimoji="1" lang="en-US" altLang="zh-CN" sz="9600" b="1" dirty="0">
                <a:latin typeface="STHupo" panose="02010800040101010101" pitchFamily="2" charset="-122"/>
                <a:ea typeface="STHupo" panose="02010800040101010101" pitchFamily="2" charset="-122"/>
              </a:rPr>
              <a:t>Swing-bench</a:t>
            </a:r>
            <a:endParaRPr kumimoji="1" lang="zh-CN" altLang="en-US" sz="9600" b="1" dirty="0">
              <a:latin typeface="STHupo" panose="02010800040101010101" pitchFamily="2" charset="-122"/>
              <a:ea typeface="STHupo" panose="020108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BE2772-5D22-9974-E518-CB148B060A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9" r="5844"/>
          <a:stretch>
            <a:fillRect/>
          </a:stretch>
        </p:blipFill>
        <p:spPr>
          <a:xfrm>
            <a:off x="334494" y="1361013"/>
            <a:ext cx="3983905" cy="439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40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STHupo</vt:lpstr>
      <vt:lpstr>Arial</vt:lpstr>
      <vt:lpstr>Office 主题​​</vt:lpstr>
      <vt:lpstr>Swing-bench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jingxiong</dc:creator>
  <cp:lastModifiedBy>jingxiong</cp:lastModifiedBy>
  <cp:revision>2</cp:revision>
  <dcterms:created xsi:type="dcterms:W3CDTF">2025-06-05T02:00:19Z</dcterms:created>
  <dcterms:modified xsi:type="dcterms:W3CDTF">2025-06-05T02:38:04Z</dcterms:modified>
</cp:coreProperties>
</file>